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8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5884c3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5884c3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github.com/koiamagabriel/UrbanFighter" TargetMode="External"/><Relationship Id="rId7" Type="http://schemas.openxmlformats.org/officeDocument/2006/relationships/hyperlink" Target="https://jplopes05.itch.io/urban-figh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UTXas46WBBU" TargetMode="External"/><Relationship Id="rId5" Type="http://schemas.openxmlformats.org/officeDocument/2006/relationships/hyperlink" Target="https://drive.google.com/file/d/1diL1fDpJIyCB8qrRFonixs6h1YADHxIr/view?usp=sharing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drive.google.com/file/d/1XCIOpNMICp7cG6JE3mozIngoS3JRNftt/view?usp=sharing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Urban Fighter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Integrantes:</a:t>
            </a:r>
            <a:endParaRPr dirty="0"/>
          </a:p>
          <a:p>
            <a:pPr marL="457200" lvl="0" indent="-282893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 dirty="0"/>
              <a:t>João Pedro Lopes</a:t>
            </a:r>
          </a:p>
          <a:p>
            <a:pPr marL="457200" lvl="0" indent="-28289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dirty="0"/>
              <a:t>Gabriel </a:t>
            </a:r>
            <a:r>
              <a:rPr lang="pt-BR" dirty="0" err="1"/>
              <a:t>Koiama</a:t>
            </a:r>
            <a:endParaRPr lang="pt-BR" dirty="0"/>
          </a:p>
          <a:p>
            <a:pPr marL="457200" lvl="0" indent="-28289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dirty="0"/>
              <a:t>Rafael </a:t>
            </a:r>
            <a:r>
              <a:rPr lang="pt-BR" dirty="0" err="1"/>
              <a:t>Takahagi</a:t>
            </a:r>
            <a:r>
              <a:rPr lang="pt-BR" dirty="0"/>
              <a:t> Mendes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 err="1"/>
              <a:t>Urban</a:t>
            </a:r>
            <a:r>
              <a:rPr lang="pt-BR" dirty="0"/>
              <a:t> </a:t>
            </a:r>
            <a:r>
              <a:rPr lang="pt-BR" dirty="0" err="1"/>
              <a:t>Fighter</a:t>
            </a:r>
            <a:r>
              <a:rPr lang="pt-BR" dirty="0"/>
              <a:t> é um jogo 2D </a:t>
            </a:r>
            <a:r>
              <a:rPr lang="pt-BR" dirty="0" err="1"/>
              <a:t>beat’em</a:t>
            </a:r>
            <a:r>
              <a:rPr lang="pt-BR" dirty="0"/>
              <a:t> </a:t>
            </a:r>
            <a:r>
              <a:rPr lang="pt-BR" dirty="0" err="1"/>
              <a:t>up</a:t>
            </a:r>
            <a:r>
              <a:rPr lang="pt-BR" dirty="0"/>
              <a:t> onde você joga como um lutador urbano em busca de reconquistar uma cidade tomada pelo crime, atravessando 3 fases em diferentes locais – Ruas, Parque e Praça Central – enfrentando ondas de inimigos e um boss no final de cada fase, até chegar no chefão final, o Líder da Facção.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Github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Apresentação parcial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Manual de intruções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Gameplay</a:t>
            </a:r>
            <a:endParaRPr lang="en" u="sng" dirty="0">
              <a:solidFill>
                <a:schemeClr val="hlink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" u="sng" dirty="0">
                <a:solidFill>
                  <a:schemeClr val="hlink"/>
                </a:solidFill>
              </a:rPr>
              <a:t>Link </a:t>
            </a:r>
            <a:r>
              <a:rPr lang="en" u="sng" dirty="0">
                <a:solidFill>
                  <a:schemeClr val="hlink"/>
                </a:solidFill>
                <a:hlinkClick r:id="rId7"/>
              </a:rPr>
              <a:t>Urban</a:t>
            </a:r>
            <a:r>
              <a:rPr lang="en" u="sng" dirty="0">
                <a:solidFill>
                  <a:schemeClr val="hlink"/>
                </a:solidFill>
              </a:rPr>
              <a:t> Fighter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ADE9A2-5A5A-3E11-6802-7CA413B60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1549" y="219694"/>
            <a:ext cx="2858728" cy="14270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ADC39E2-DDFA-8173-1554-5EFCDA4FDE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1551" y="1910834"/>
            <a:ext cx="2858726" cy="142241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A5B8FCC-78BC-13E3-F291-AE00B0FA9B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1552" y="3597335"/>
            <a:ext cx="2858725" cy="14224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85</Words>
  <Application>Microsoft Office PowerPoint</Application>
  <PresentationFormat>Apresentação na tela 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Urban Fighter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João Pedro Lopes Santana Villas Bôas</dc:creator>
  <cp:lastModifiedBy>joão pedro lopes</cp:lastModifiedBy>
  <cp:revision>11</cp:revision>
  <dcterms:modified xsi:type="dcterms:W3CDTF">2026-05-14T00:11:32Z</dcterms:modified>
</cp:coreProperties>
</file>